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Result Analysis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Project</a:t>
            </a:r>
          </a:p>
          <a:p>
            <a:r>
              <a:t>Developed in C Language</a:t>
            </a:r>
          </a:p>
          <a:p/>
          <a:p>
            <a:r>
              <a:t>Name: Student</a:t>
            </a:r>
          </a:p>
          <a:p>
            <a:r>
              <a:t>Department: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Result Analysis System is designed to analyze student marks and calculate results using C programming.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Store student marks</a:t>
            </a:r>
          </a:p>
          <a:p>
            <a:r>
              <a:t>- Calculate total and average</a:t>
            </a:r>
          </a:p>
          <a:p>
            <a:r>
              <a:t>- Determine grade</a:t>
            </a:r>
          </a:p>
          <a:p>
            <a:r>
              <a:t>- Display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Accept student details</a:t>
            </a:r>
          </a:p>
          <a:p>
            <a:r>
              <a:t>- Subject-wise marks input</a:t>
            </a:r>
          </a:p>
          <a:p>
            <a:r>
              <a:t>- Automatic grade calculation</a:t>
            </a:r>
          </a:p>
          <a:p>
            <a:r>
              <a:t>- Result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Programming Language: C</a:t>
            </a:r>
          </a:p>
          <a:p>
            <a:r>
              <a:t>- Compiler: GCC / Turbo C</a:t>
            </a:r>
          </a:p>
          <a:p>
            <a:r>
              <a:t>- Platform: Windows/Linux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Read student details</a:t>
            </a:r>
          </a:p>
          <a:p>
            <a:r>
              <a:t>2. Input marks</a:t>
            </a:r>
          </a:p>
          <a:p>
            <a:r>
              <a:t>3. Calculate total &amp; average</a:t>
            </a:r>
          </a:p>
          <a:p>
            <a:r>
              <a:t>4. Assign grade</a:t>
            </a:r>
          </a:p>
          <a:p>
            <a:r>
              <a:t>5. Display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simplifies student result evaluation and improves accuracy using C programming.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